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7027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325" y="1413825"/>
            <a:ext cx="3415551" cy="48386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5" name="Google Shape;55;p13"/>
          <p:cNvSpPr txBox="1"/>
          <p:nvPr/>
        </p:nvSpPr>
        <p:spPr>
          <a:xfrm>
            <a:off x="1523750" y="2478725"/>
            <a:ext cx="137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440400" y="2031050"/>
            <a:ext cx="137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273700" y="3090700"/>
            <a:ext cx="13716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0000"/>
                </a:solidFill>
              </a:rPr>
              <a:t>I think this section is really hard to read due to the colours. I am not interested enough to put in the kind of focus necessary to understand it</a:t>
            </a:r>
            <a:endParaRPr sz="500">
              <a:solidFill>
                <a:srgbClr val="FF0000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502300" y="4398025"/>
            <a:ext cx="1371600" cy="8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rgbClr val="FF0000"/>
                </a:solidFill>
              </a:rPr>
              <a:t>There is a lot going on here. I would suggest you categories your points into broad areas i.e: Web Dev, SEO, Multimedia etc etc. </a:t>
            </a:r>
            <a:endParaRPr sz="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rgbClr val="FF0000"/>
                </a:solidFill>
              </a:rPr>
              <a:t>That way at a glance it is clear that you are multiskilled. Again, no one is interested enough to read through all your bullet points. Having them in categories gives the recruiter a quick feel. All he needs to know is that you have those categories, even if he ignores your bullet points</a:t>
            </a:r>
            <a:endParaRPr sz="400">
              <a:solidFill>
                <a:srgbClr val="FF0000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180950" y="3957500"/>
            <a:ext cx="13716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FF0000"/>
                </a:solidFill>
              </a:rPr>
              <a:t>I would spend some time to explain what Fishermen Analytics is. Otherwise it really doesn’t provide the recruiter any context of the significance of this company. Also, if you can find a way to add in something towards why you were here for so long. It could be positioned as growth, loyalty etc etc… kelentong something that a recruiter would love to see. This would be a good place to do it.</a:t>
            </a:r>
            <a:endParaRPr sz="300">
              <a:solidFill>
                <a:srgbClr val="FF0000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235425" y="4739600"/>
            <a:ext cx="12174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FF0000"/>
                </a:solidFill>
              </a:rPr>
              <a:t>In this area, feel free to add in some additional “projects” that are SEO related or campaign related. Embellish a bit, make it sound grand. Currently they just sound all too bland.</a:t>
            </a:r>
            <a:endParaRPr sz="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FF0000"/>
                </a:solidFill>
              </a:rPr>
              <a:t>SELL IT! </a:t>
            </a:r>
            <a:br>
              <a:rPr lang="en" sz="300">
                <a:solidFill>
                  <a:srgbClr val="FF0000"/>
                </a:solidFill>
              </a:rPr>
            </a:br>
            <a:br>
              <a:rPr lang="en" sz="300">
                <a:solidFill>
                  <a:srgbClr val="FF0000"/>
                </a:solidFill>
              </a:rPr>
            </a:br>
            <a:r>
              <a:rPr lang="en" sz="300">
                <a:solidFill>
                  <a:srgbClr val="FF0000"/>
                </a:solidFill>
              </a:rPr>
              <a:t>Even if it is not 100% true, it’s ok. Now you are pitching yourself there is plenty of time for complete honestly later.</a:t>
            </a:r>
            <a:endParaRPr sz="300">
              <a:solidFill>
                <a:srgbClr val="FF0000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244975" y="5225350"/>
            <a:ext cx="12174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solidFill>
                  <a:srgbClr val="FF0000"/>
                </a:solidFill>
              </a:rPr>
              <a:t>Have a section called something like “Personal Achievements”</a:t>
            </a:r>
            <a:br>
              <a:rPr lang="en" sz="300">
                <a:solidFill>
                  <a:srgbClr val="FF0000"/>
                </a:solidFill>
              </a:rPr>
            </a:br>
            <a:br>
              <a:rPr lang="en" sz="300">
                <a:solidFill>
                  <a:srgbClr val="FF0000"/>
                </a:solidFill>
              </a:rPr>
            </a:br>
            <a:r>
              <a:rPr lang="en" sz="300">
                <a:solidFill>
                  <a:srgbClr val="FF0000"/>
                </a:solidFill>
              </a:rPr>
              <a:t>There you can talk about grooming team members, pitching, project management… whatever la.</a:t>
            </a:r>
            <a:br>
              <a:rPr lang="en" sz="300">
                <a:solidFill>
                  <a:srgbClr val="FF0000"/>
                </a:solidFill>
              </a:rPr>
            </a:br>
            <a:br>
              <a:rPr lang="en" sz="300">
                <a:solidFill>
                  <a:srgbClr val="FF0000"/>
                </a:solidFill>
              </a:rPr>
            </a:br>
            <a:r>
              <a:rPr lang="en" sz="300">
                <a:solidFill>
                  <a:srgbClr val="FF0000"/>
                </a:solidFill>
              </a:rPr>
              <a:t>REMEMBER. Recruiters are only drawn to keywords that scream you are the ideal candidate. So make those keywords stand out!!~</a:t>
            </a:r>
            <a:br>
              <a:rPr lang="en" sz="300">
                <a:solidFill>
                  <a:srgbClr val="FF0000"/>
                </a:solidFill>
              </a:rPr>
            </a:br>
            <a:br>
              <a:rPr lang="en" sz="300">
                <a:solidFill>
                  <a:srgbClr val="FF0000"/>
                </a:solidFill>
              </a:rPr>
            </a:br>
            <a:r>
              <a:rPr lang="en" sz="300">
                <a:solidFill>
                  <a:srgbClr val="FF0000"/>
                </a:solidFill>
              </a:rPr>
              <a:t>*You don’t have to force it to be a 1-pager. 2 pages is fine as long as it is interesting.</a:t>
            </a:r>
            <a:endParaRPr sz="3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